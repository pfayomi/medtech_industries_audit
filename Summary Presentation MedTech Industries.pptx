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
  </p:notesMasterIdLst>
  <p:sldIdLst>
    <p:sldId id="256" r:id="rId2"/>
    <p:sldId id="257" r:id="rId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 roundtripDataSignature="AMtx7miVEnVCRfcT1EDEmZdbVPphwqCSX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2" d="100"/>
          <a:sy n="82" d="100"/>
        </p:scale>
        <p:origin x="-2563"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customschemas.google.com/relationships/presentationmetadata" Target="metadata"/><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ableStyles" Target="tableStyles.xml"/><Relationship Id="rId10" Type="http://schemas.openxmlformats.org/officeDocument/2006/relationships/theme" Target="theme/theme1.xml"/><Relationship Id="rId4" Type="http://schemas.openxmlformats.org/officeDocument/2006/relationships/notesMaster" Target="notesMasters/notes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4"/>
        <p:cNvGrpSpPr/>
        <p:nvPr/>
      </p:nvGrpSpPr>
      <p:grpSpPr>
        <a:xfrm>
          <a:off x="0" y="0"/>
          <a:ext cx="0" cy="0"/>
          <a:chOff x="0" y="0"/>
          <a:chExt cx="0" cy="0"/>
        </a:xfrm>
      </p:grpSpPr>
      <p:sp>
        <p:nvSpPr>
          <p:cNvPr id="15" name="Google Shape;15;p4"/>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4"/>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4"/>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4"/>
          <p:cNvSpPr txBox="1">
            <a:spLocks noGrp="1"/>
          </p:cNvSpPr>
          <p:nvPr>
            <p:ph type="subTitle" idx="1"/>
          </p:nvPr>
        </p:nvSpPr>
        <p:spPr>
          <a:xfrm>
            <a:off x="1100051" y="4455620"/>
            <a:ext cx="10058400" cy="1143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sp>
        <p:nvSpPr>
          <p:cNvPr id="19" name="Google Shape;19;p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22" name="Google Shape;22;p4"/>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48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5"/>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26" name="Google Shape;26;p5"/>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5"/>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lt1"/>
        </a:solidFill>
        <a:effectLst/>
      </p:bgPr>
    </p:bg>
    <p:spTree>
      <p:nvGrpSpPr>
        <p:cNvPr id="1" name="Shape 29"/>
        <p:cNvGrpSpPr/>
        <p:nvPr/>
      </p:nvGrpSpPr>
      <p:grpSpPr>
        <a:xfrm>
          <a:off x="0" y="0"/>
          <a:ext cx="0" cy="0"/>
          <a:chOff x="0" y="0"/>
          <a:chExt cx="0" cy="0"/>
        </a:xfrm>
      </p:grpSpPr>
      <p:sp>
        <p:nvSpPr>
          <p:cNvPr id="30" name="Google Shape;30;p6"/>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6"/>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6"/>
          <p:cNvSpPr txBox="1">
            <a:spLocks noGrp="1"/>
          </p:cNvSpPr>
          <p:nvPr>
            <p:ph type="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b="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6"/>
          <p:cNvSpPr txBox="1">
            <a:spLocks noGrp="1"/>
          </p:cNvSpPr>
          <p:nvPr>
            <p:ph type="body" idx="1"/>
          </p:nvPr>
        </p:nvSpPr>
        <p:spPr>
          <a:xfrm>
            <a:off x="1097280" y="4453128"/>
            <a:ext cx="10058400" cy="1143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marL="914400" lvl="1" indent="-228600" algn="l">
              <a:lnSpc>
                <a:spcPct val="90000"/>
              </a:lnSpc>
              <a:spcBef>
                <a:spcPts val="200"/>
              </a:spcBef>
              <a:spcAft>
                <a:spcPts val="0"/>
              </a:spcAft>
              <a:buSzPts val="1800"/>
              <a:buNone/>
              <a:defRPr sz="1800">
                <a:solidFill>
                  <a:srgbClr val="888888"/>
                </a:solidFill>
              </a:defRPr>
            </a:lvl2pPr>
            <a:lvl3pPr marL="1371600" lvl="2" indent="-228600" algn="l">
              <a:lnSpc>
                <a:spcPct val="90000"/>
              </a:lnSpc>
              <a:spcBef>
                <a:spcPts val="400"/>
              </a:spcBef>
              <a:spcAft>
                <a:spcPts val="0"/>
              </a:spcAft>
              <a:buSzPts val="1600"/>
              <a:buNone/>
              <a:defRPr sz="1600">
                <a:solidFill>
                  <a:srgbClr val="888888"/>
                </a:solidFill>
              </a:defRPr>
            </a:lvl3pPr>
            <a:lvl4pPr marL="1828800" lvl="3" indent="-228600" algn="l">
              <a:lnSpc>
                <a:spcPct val="90000"/>
              </a:lnSpc>
              <a:spcBef>
                <a:spcPts val="400"/>
              </a:spcBef>
              <a:spcAft>
                <a:spcPts val="0"/>
              </a:spcAft>
              <a:buSzPts val="1400"/>
              <a:buNone/>
              <a:defRPr sz="1400">
                <a:solidFill>
                  <a:srgbClr val="888888"/>
                </a:solidFill>
              </a:defRPr>
            </a:lvl4pPr>
            <a:lvl5pPr marL="2286000" lvl="4" indent="-228600" algn="l">
              <a:lnSpc>
                <a:spcPct val="90000"/>
              </a:lnSpc>
              <a:spcBef>
                <a:spcPts val="400"/>
              </a:spcBef>
              <a:spcAft>
                <a:spcPts val="0"/>
              </a:spcAft>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sp>
        <p:nvSpPr>
          <p:cNvPr id="34" name="Google Shape;34;p6"/>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6"/>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37" name="Google Shape;37;p6"/>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7"/>
          <p:cNvSpPr txBox="1">
            <a:spLocks noGrp="1"/>
          </p:cNvSpPr>
          <p:nvPr>
            <p:ph type="body" idx="1"/>
          </p:nvPr>
        </p:nvSpPr>
        <p:spPr>
          <a:xfrm>
            <a:off x="1097279" y="1845734"/>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1" name="Google Shape;41;p7"/>
          <p:cNvSpPr txBox="1">
            <a:spLocks noGrp="1"/>
          </p:cNvSpPr>
          <p:nvPr>
            <p:ph type="body" idx="2"/>
          </p:nvPr>
        </p:nvSpPr>
        <p:spPr>
          <a:xfrm>
            <a:off x="6217920" y="1845735"/>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2" name="Google Shape;42;p7"/>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8"/>
          <p:cNvSpPr txBox="1">
            <a:spLocks noGrp="1"/>
          </p:cNvSpPr>
          <p:nvPr>
            <p:ph type="body" idx="1"/>
          </p:nvPr>
        </p:nvSpPr>
        <p:spPr>
          <a:xfrm>
            <a:off x="109728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48" name="Google Shape;48;p8"/>
          <p:cNvSpPr txBox="1">
            <a:spLocks noGrp="1"/>
          </p:cNvSpPr>
          <p:nvPr>
            <p:ph type="body" idx="2"/>
          </p:nvPr>
        </p:nvSpPr>
        <p:spPr>
          <a:xfrm>
            <a:off x="109728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9" name="Google Shape;49;p8"/>
          <p:cNvSpPr txBox="1">
            <a:spLocks noGrp="1"/>
          </p:cNvSpPr>
          <p:nvPr>
            <p:ph type="body" idx="3"/>
          </p:nvPr>
        </p:nvSpPr>
        <p:spPr>
          <a:xfrm>
            <a:off x="621792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0" name="Google Shape;50;p8"/>
          <p:cNvSpPr txBox="1">
            <a:spLocks noGrp="1"/>
          </p:cNvSpPr>
          <p:nvPr>
            <p:ph type="body" idx="4"/>
          </p:nvPr>
        </p:nvSpPr>
        <p:spPr>
          <a:xfrm>
            <a:off x="621792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1" name="Google Shape;51;p8"/>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9"/>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9"/>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59"/>
        <p:cNvGrpSpPr/>
        <p:nvPr/>
      </p:nvGrpSpPr>
      <p:grpSpPr>
        <a:xfrm>
          <a:off x="0" y="0"/>
          <a:ext cx="0" cy="0"/>
          <a:chOff x="0" y="0"/>
          <a:chExt cx="0" cy="0"/>
        </a:xfrm>
      </p:grpSpPr>
      <p:sp>
        <p:nvSpPr>
          <p:cNvPr id="60" name="Google Shape;60;p10"/>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0"/>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10"/>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0"/>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65"/>
        <p:cNvGrpSpPr/>
        <p:nvPr/>
      </p:nvGrpSpPr>
      <p:grpSpPr>
        <a:xfrm>
          <a:off x="0" y="0"/>
          <a:ext cx="0" cy="0"/>
          <a:chOff x="0" y="0"/>
          <a:chExt cx="0" cy="0"/>
        </a:xfrm>
      </p:grpSpPr>
      <p:sp>
        <p:nvSpPr>
          <p:cNvPr id="66" name="Google Shape;66;p11"/>
          <p:cNvSpPr/>
          <p:nvPr/>
        </p:nvSpPr>
        <p:spPr>
          <a:xfrm>
            <a:off x="16" y="0"/>
            <a:ext cx="4050791" cy="685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1"/>
          <p:cNvSpPr/>
          <p:nvPr/>
        </p:nvSpPr>
        <p:spPr>
          <a:xfrm>
            <a:off x="4040071" y="0"/>
            <a:ext cx="64008"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1"/>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11"/>
          <p:cNvSpPr txBox="1">
            <a:spLocks noGrp="1"/>
          </p:cNvSpPr>
          <p:nvPr>
            <p:ph type="body" idx="1"/>
          </p:nvPr>
        </p:nvSpPr>
        <p:spPr>
          <a:xfrm>
            <a:off x="4800600" y="731520"/>
            <a:ext cx="6492240" cy="5257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0" name="Google Shape;70;p11"/>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1500"/>
              <a:buNone/>
              <a:defRPr sz="1500">
                <a:solidFill>
                  <a:srgbClr val="FFFFFF"/>
                </a:solidFill>
              </a:defRPr>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71" name="Google Shape;71;p11"/>
          <p:cNvSpPr txBox="1">
            <a:spLocks noGrp="1"/>
          </p:cNvSpPr>
          <p:nvPr>
            <p:ph type="dt" idx="10"/>
          </p:nvPr>
        </p:nvSpPr>
        <p:spPr>
          <a:xfrm>
            <a:off x="465512" y="6459785"/>
            <a:ext cx="26185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4800600" y="6459785"/>
            <a:ext cx="4648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50" b="0" i="0" u="none" strike="noStrike" cap="none">
                <a:solidFill>
                  <a:schemeClr val="dk2"/>
                </a:solidFill>
                <a:latin typeface="Calibri"/>
                <a:ea typeface="Calibri"/>
                <a:cs typeface="Calibri"/>
                <a:sym typeface="Calibri"/>
              </a:defRPr>
            </a:lvl1pPr>
            <a:lvl2pPr marL="0" lvl="1" indent="0" algn="r">
              <a:spcBef>
                <a:spcPts val="0"/>
              </a:spcBef>
              <a:buNone/>
              <a:defRPr sz="1050" b="0" i="0" u="none" strike="noStrike" cap="none">
                <a:solidFill>
                  <a:schemeClr val="dk2"/>
                </a:solidFill>
                <a:latin typeface="Calibri"/>
                <a:ea typeface="Calibri"/>
                <a:cs typeface="Calibri"/>
                <a:sym typeface="Calibri"/>
              </a:defRPr>
            </a:lvl2pPr>
            <a:lvl3pPr marL="0" lvl="2" indent="0" algn="r">
              <a:spcBef>
                <a:spcPts val="0"/>
              </a:spcBef>
              <a:buNone/>
              <a:defRPr sz="1050" b="0" i="0" u="none" strike="noStrike" cap="none">
                <a:solidFill>
                  <a:schemeClr val="dk2"/>
                </a:solidFill>
                <a:latin typeface="Calibri"/>
                <a:ea typeface="Calibri"/>
                <a:cs typeface="Calibri"/>
                <a:sym typeface="Calibri"/>
              </a:defRPr>
            </a:lvl3pPr>
            <a:lvl4pPr marL="0" lvl="3" indent="0" algn="r">
              <a:spcBef>
                <a:spcPts val="0"/>
              </a:spcBef>
              <a:buNone/>
              <a:defRPr sz="1050" b="0" i="0" u="none" strike="noStrike" cap="none">
                <a:solidFill>
                  <a:schemeClr val="dk2"/>
                </a:solidFill>
                <a:latin typeface="Calibri"/>
                <a:ea typeface="Calibri"/>
                <a:cs typeface="Calibri"/>
                <a:sym typeface="Calibri"/>
              </a:defRPr>
            </a:lvl4pPr>
            <a:lvl5pPr marL="0" lvl="4" indent="0" algn="r">
              <a:spcBef>
                <a:spcPts val="0"/>
              </a:spcBef>
              <a:buNone/>
              <a:defRPr sz="1050" b="0" i="0" u="none" strike="noStrike" cap="none">
                <a:solidFill>
                  <a:schemeClr val="dk2"/>
                </a:solidFill>
                <a:latin typeface="Calibri"/>
                <a:ea typeface="Calibri"/>
                <a:cs typeface="Calibri"/>
                <a:sym typeface="Calibri"/>
              </a:defRPr>
            </a:lvl5pPr>
            <a:lvl6pPr marL="0" lvl="5" indent="0" algn="r">
              <a:spcBef>
                <a:spcPts val="0"/>
              </a:spcBef>
              <a:buNone/>
              <a:defRPr sz="1050" b="0" i="0" u="none" strike="noStrike" cap="none">
                <a:solidFill>
                  <a:schemeClr val="dk2"/>
                </a:solidFill>
                <a:latin typeface="Calibri"/>
                <a:ea typeface="Calibri"/>
                <a:cs typeface="Calibri"/>
                <a:sym typeface="Calibri"/>
              </a:defRPr>
            </a:lvl6pPr>
            <a:lvl7pPr marL="0" lvl="6" indent="0" algn="r">
              <a:spcBef>
                <a:spcPts val="0"/>
              </a:spcBef>
              <a:buNone/>
              <a:defRPr sz="1050" b="0" i="0" u="none" strike="noStrike" cap="none">
                <a:solidFill>
                  <a:schemeClr val="dk2"/>
                </a:solidFill>
                <a:latin typeface="Calibri"/>
                <a:ea typeface="Calibri"/>
                <a:cs typeface="Calibri"/>
                <a:sym typeface="Calibri"/>
              </a:defRPr>
            </a:lvl7pPr>
            <a:lvl8pPr marL="0" lvl="7" indent="0" algn="r">
              <a:spcBef>
                <a:spcPts val="0"/>
              </a:spcBef>
              <a:buNone/>
              <a:defRPr sz="1050" b="0" i="0" u="none" strike="noStrike" cap="none">
                <a:solidFill>
                  <a:schemeClr val="dk2"/>
                </a:solidFill>
                <a:latin typeface="Calibri"/>
                <a:ea typeface="Calibri"/>
                <a:cs typeface="Calibri"/>
                <a:sym typeface="Calibri"/>
              </a:defRPr>
            </a:lvl8pPr>
            <a:lvl9pPr marL="0" lvl="8" indent="0" algn="r">
              <a:spcBef>
                <a:spcPts val="0"/>
              </a:spcBef>
              <a:buNone/>
              <a:defRPr sz="1050" b="0" i="0" u="none" strike="noStrike" cap="none">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4"/>
        <p:cNvGrpSpPr/>
        <p:nvPr/>
      </p:nvGrpSpPr>
      <p:grpSpPr>
        <a:xfrm>
          <a:off x="0" y="0"/>
          <a:ext cx="0" cy="0"/>
          <a:chOff x="0" y="0"/>
          <a:chExt cx="0" cy="0"/>
        </a:xfrm>
      </p:grpSpPr>
      <p:sp>
        <p:nvSpPr>
          <p:cNvPr id="75" name="Google Shape;75;p12"/>
          <p:cNvSpPr/>
          <p:nvPr/>
        </p:nvSpPr>
        <p:spPr>
          <a:xfrm>
            <a:off x="0" y="4953000"/>
            <a:ext cx="12188825" cy="1905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2"/>
          <p:cNvSpPr/>
          <p:nvPr/>
        </p:nvSpPr>
        <p:spPr>
          <a:xfrm>
            <a:off x="15" y="491507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2"/>
          <p:cNvSpPr txBox="1">
            <a:spLocks noGrp="1"/>
          </p:cNvSpPr>
          <p:nvPr>
            <p:ph type="title"/>
          </p:nvPr>
        </p:nvSpPr>
        <p:spPr>
          <a:xfrm>
            <a:off x="1097280" y="5074920"/>
            <a:ext cx="10113264" cy="822960"/>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78" name="Google Shape;78;p12"/>
          <p:cNvPicPr preferRelativeResize="0">
            <a:picLocks noGrp="1"/>
          </p:cNvPicPr>
          <p:nvPr>
            <p:ph type="pic" idx="2"/>
          </p:nvPr>
        </p:nvPicPr>
        <p:blipFill/>
        <p:spPr>
          <a:xfrm>
            <a:off x="15" y="0"/>
            <a:ext cx="12191985" cy="4915076"/>
          </a:xfrm>
          <a:prstGeom prst="rect">
            <a:avLst/>
          </a:prstGeom>
          <a:blipFill rotWithShape="1">
            <a:blip r:embed="rId2">
              <a:alphaModFix/>
            </a:blip>
            <a:stretch>
              <a:fillRect/>
            </a:stretch>
          </a:blipFill>
          <a:ln>
            <a:noFill/>
          </a:ln>
        </p:spPr>
      </p:pic>
      <p:sp>
        <p:nvSpPr>
          <p:cNvPr id="79" name="Google Shape;79;p12"/>
          <p:cNvSpPr txBox="1">
            <a:spLocks noGrp="1"/>
          </p:cNvSpPr>
          <p:nvPr>
            <p:ph type="body" idx="1"/>
          </p:nvPr>
        </p:nvSpPr>
        <p:spPr>
          <a:xfrm>
            <a:off x="1097280" y="5907023"/>
            <a:ext cx="10113264" cy="594360"/>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500"/>
              <a:buNone/>
              <a:defRPr sz="1500">
                <a:solidFill>
                  <a:srgbClr val="FFFFFF"/>
                </a:solidFill>
              </a:defRPr>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80" name="Google Shape;80;p12"/>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3"/>
        <p:cNvGrpSpPr/>
        <p:nvPr/>
      </p:nvGrpSpPr>
      <p:grpSpPr>
        <a:xfrm>
          <a:off x="0" y="0"/>
          <a:ext cx="0" cy="0"/>
          <a:chOff x="0" y="0"/>
          <a:chExt cx="0" cy="0"/>
        </a:xfrm>
      </p:grpSpPr>
      <p:sp>
        <p:nvSpPr>
          <p:cNvPr id="84" name="Google Shape;84;p1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13"/>
          <p:cNvSpPr txBox="1">
            <a:spLocks noGrp="1"/>
          </p:cNvSpPr>
          <p:nvPr>
            <p:ph type="body" idx="1"/>
          </p:nvPr>
        </p:nvSpPr>
        <p:spPr>
          <a:xfrm rot="5400000">
            <a:off x="4114800" y="-1171786"/>
            <a:ext cx="4023360" cy="100584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86" name="Google Shape;86;p1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89"/>
        <p:cNvGrpSpPr/>
        <p:nvPr/>
      </p:nvGrpSpPr>
      <p:grpSpPr>
        <a:xfrm>
          <a:off x="0" y="0"/>
          <a:ext cx="0" cy="0"/>
          <a:chOff x="0" y="0"/>
          <a:chExt cx="0" cy="0"/>
        </a:xfrm>
      </p:grpSpPr>
      <p:sp>
        <p:nvSpPr>
          <p:cNvPr id="90" name="Google Shape;90;p14"/>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4"/>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4"/>
          <p:cNvSpPr txBox="1">
            <a:spLocks noGrp="1"/>
          </p:cNvSpPr>
          <p:nvPr>
            <p:ph type="title"/>
          </p:nvPr>
        </p:nvSpPr>
        <p:spPr>
          <a:xfrm rot="5400000">
            <a:off x="7160640" y="1979039"/>
            <a:ext cx="5757421" cy="26289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14"/>
          <p:cNvSpPr txBox="1">
            <a:spLocks noGrp="1"/>
          </p:cNvSpPr>
          <p:nvPr>
            <p:ph type="body" idx="1"/>
          </p:nvPr>
        </p:nvSpPr>
        <p:spPr>
          <a:xfrm rot="5400000">
            <a:off x="1826639" y="-573661"/>
            <a:ext cx="5757422" cy="77343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4" name="Google Shape;94;p1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
          <p:cNvSpPr/>
          <p:nvPr/>
        </p:nvSpPr>
        <p:spPr>
          <a:xfrm>
            <a:off x="1" y="6400800"/>
            <a:ext cx="12192000"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7;p3"/>
          <p:cNvSpPr/>
          <p:nvPr/>
        </p:nvSpPr>
        <p:spPr>
          <a:xfrm>
            <a:off x="0" y="6334316"/>
            <a:ext cx="12192001" cy="659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p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3"/>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0" name="Google Shape;10;p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 name="Google Shape;11;p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50" b="0" i="0" u="none" strike="noStrike" cap="none">
                <a:solidFill>
                  <a:srgbClr val="FFFFFF"/>
                </a:solidFill>
                <a:latin typeface="Calibri"/>
                <a:ea typeface="Calibri"/>
                <a:cs typeface="Calibri"/>
                <a:sym typeface="Calibri"/>
              </a:defRPr>
            </a:lvl1pPr>
            <a:lvl2pPr marL="0" marR="0" lvl="1" indent="0" algn="r" rtl="0">
              <a:spcBef>
                <a:spcPts val="0"/>
              </a:spcBef>
              <a:buNone/>
              <a:defRPr sz="1050" b="0" i="0" u="none" strike="noStrike" cap="none">
                <a:solidFill>
                  <a:srgbClr val="FFFFFF"/>
                </a:solidFill>
                <a:latin typeface="Calibri"/>
                <a:ea typeface="Calibri"/>
                <a:cs typeface="Calibri"/>
                <a:sym typeface="Calibri"/>
              </a:defRPr>
            </a:lvl2pPr>
            <a:lvl3pPr marL="0" marR="0" lvl="2" indent="0" algn="r" rtl="0">
              <a:spcBef>
                <a:spcPts val="0"/>
              </a:spcBef>
              <a:buNone/>
              <a:defRPr sz="1050" b="0" i="0" u="none" strike="noStrike" cap="none">
                <a:solidFill>
                  <a:srgbClr val="FFFFFF"/>
                </a:solidFill>
                <a:latin typeface="Calibri"/>
                <a:ea typeface="Calibri"/>
                <a:cs typeface="Calibri"/>
                <a:sym typeface="Calibri"/>
              </a:defRPr>
            </a:lvl3pPr>
            <a:lvl4pPr marL="0" marR="0" lvl="3" indent="0" algn="r" rtl="0">
              <a:spcBef>
                <a:spcPts val="0"/>
              </a:spcBef>
              <a:buNone/>
              <a:defRPr sz="1050" b="0" i="0" u="none" strike="noStrike" cap="none">
                <a:solidFill>
                  <a:srgbClr val="FFFFFF"/>
                </a:solidFill>
                <a:latin typeface="Calibri"/>
                <a:ea typeface="Calibri"/>
                <a:cs typeface="Calibri"/>
                <a:sym typeface="Calibri"/>
              </a:defRPr>
            </a:lvl4pPr>
            <a:lvl5pPr marL="0" marR="0" lvl="4" indent="0" algn="r" rtl="0">
              <a:spcBef>
                <a:spcPts val="0"/>
              </a:spcBef>
              <a:buNone/>
              <a:defRPr sz="1050" b="0" i="0" u="none" strike="noStrike" cap="none">
                <a:solidFill>
                  <a:srgbClr val="FFFFFF"/>
                </a:solidFill>
                <a:latin typeface="Calibri"/>
                <a:ea typeface="Calibri"/>
                <a:cs typeface="Calibri"/>
                <a:sym typeface="Calibri"/>
              </a:defRPr>
            </a:lvl5pPr>
            <a:lvl6pPr marL="0" marR="0" lvl="5" indent="0" algn="r" rtl="0">
              <a:spcBef>
                <a:spcPts val="0"/>
              </a:spcBef>
              <a:buNone/>
              <a:defRPr sz="1050" b="0" i="0" u="none" strike="noStrike" cap="none">
                <a:solidFill>
                  <a:srgbClr val="FFFFFF"/>
                </a:solidFill>
                <a:latin typeface="Calibri"/>
                <a:ea typeface="Calibri"/>
                <a:cs typeface="Calibri"/>
                <a:sym typeface="Calibri"/>
              </a:defRPr>
            </a:lvl6pPr>
            <a:lvl7pPr marL="0" marR="0" lvl="6" indent="0" algn="r" rtl="0">
              <a:spcBef>
                <a:spcPts val="0"/>
              </a:spcBef>
              <a:buNone/>
              <a:defRPr sz="1050" b="0" i="0" u="none" strike="noStrike" cap="none">
                <a:solidFill>
                  <a:srgbClr val="FFFFFF"/>
                </a:solidFill>
                <a:latin typeface="Calibri"/>
                <a:ea typeface="Calibri"/>
                <a:cs typeface="Calibri"/>
                <a:sym typeface="Calibri"/>
              </a:defRPr>
            </a:lvl7pPr>
            <a:lvl8pPr marL="0" marR="0" lvl="7" indent="0" algn="r" rtl="0">
              <a:spcBef>
                <a:spcPts val="0"/>
              </a:spcBef>
              <a:buNone/>
              <a:defRPr sz="1050" b="0" i="0" u="none" strike="noStrike" cap="none">
                <a:solidFill>
                  <a:srgbClr val="FFFFFF"/>
                </a:solidFill>
                <a:latin typeface="Calibri"/>
                <a:ea typeface="Calibri"/>
                <a:cs typeface="Calibri"/>
                <a:sym typeface="Calibri"/>
              </a:defRPr>
            </a:lvl8pPr>
            <a:lvl9pPr marL="0" marR="0" lvl="8" indent="0" algn="r" rtl="0">
              <a:spcBef>
                <a:spcPts val="0"/>
              </a:spcBef>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3" name="Google Shape;13;p3"/>
          <p:cNvCxnSpPr/>
          <p:nvPr/>
        </p:nvCxnSpPr>
        <p:spPr>
          <a:xfrm>
            <a:off x="1193532" y="1737845"/>
            <a:ext cx="9966960" cy="0"/>
          </a:xfrm>
          <a:prstGeom prst="straightConnector1">
            <a:avLst/>
          </a:prstGeom>
          <a:noFill/>
          <a:ln w="9525"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262626"/>
              </a:buClr>
              <a:buSzPts val="6000"/>
              <a:buFont typeface="Georgia"/>
              <a:buNone/>
            </a:pPr>
            <a:r>
              <a:rPr lang="en-US" sz="6000">
                <a:latin typeface="Georgia"/>
                <a:ea typeface="Georgia"/>
                <a:cs typeface="Georgia"/>
                <a:sym typeface="Georgia"/>
              </a:rPr>
              <a:t>PwC Walkthrough and Controls Testing Summary</a:t>
            </a:r>
            <a:br>
              <a:rPr lang="en-US" sz="6000">
                <a:latin typeface="Georgia"/>
                <a:ea typeface="Georgia"/>
                <a:cs typeface="Georgia"/>
                <a:sym typeface="Georgia"/>
              </a:rPr>
            </a:br>
            <a:endParaRPr sz="6000">
              <a:latin typeface="Georgia"/>
              <a:ea typeface="Georgia"/>
              <a:cs typeface="Georgia"/>
              <a:sym typeface="Georgia"/>
            </a:endParaRPr>
          </a:p>
        </p:txBody>
      </p:sp>
      <p:sp>
        <p:nvSpPr>
          <p:cNvPr id="102" name="Google Shape;102;p1"/>
          <p:cNvSpPr txBox="1">
            <a:spLocks noGrp="1"/>
          </p:cNvSpPr>
          <p:nvPr>
            <p:ph type="subTitle" idx="1"/>
          </p:nvPr>
        </p:nvSpPr>
        <p:spPr>
          <a:xfrm>
            <a:off x="1100051" y="4455620"/>
            <a:ext cx="10058400" cy="1143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400"/>
              <a:buNone/>
            </a:pPr>
            <a:r>
              <a:rPr lang="en-US"/>
              <a:t>MEDTECH INDUSTRIES</a:t>
            </a:r>
            <a:endParaRPr/>
          </a:p>
          <a:p>
            <a:pPr marL="0" lvl="0" indent="0" algn="l" rtl="0">
              <a:lnSpc>
                <a:spcPct val="90000"/>
              </a:lnSpc>
              <a:spcBef>
                <a:spcPts val="1400"/>
              </a:spcBef>
              <a:spcAft>
                <a:spcPts val="0"/>
              </a:spcAft>
              <a:buSzPts val="24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Georgia"/>
              <a:buNone/>
            </a:pPr>
            <a:r>
              <a:rPr lang="en-US">
                <a:latin typeface="Georgia"/>
                <a:ea typeface="Georgia"/>
                <a:cs typeface="Georgia"/>
                <a:sym typeface="Georgia"/>
              </a:rPr>
              <a:t>Summary of Results</a:t>
            </a:r>
            <a:endParaRPr/>
          </a:p>
        </p:txBody>
      </p:sp>
      <p:grpSp>
        <p:nvGrpSpPr>
          <p:cNvPr id="108" name="Google Shape;108;p2"/>
          <p:cNvGrpSpPr/>
          <p:nvPr/>
        </p:nvGrpSpPr>
        <p:grpSpPr>
          <a:xfrm>
            <a:off x="1092937" y="1737361"/>
            <a:ext cx="10062426" cy="4131626"/>
            <a:chOff x="-4026" y="-108902"/>
            <a:chExt cx="10062426" cy="4131626"/>
          </a:xfrm>
        </p:grpSpPr>
        <p:cxnSp>
          <p:nvCxnSpPr>
            <p:cNvPr id="109" name="Google Shape;109;p2"/>
            <p:cNvCxnSpPr/>
            <p:nvPr/>
          </p:nvCxnSpPr>
          <p:spPr>
            <a:xfrm>
              <a:off x="0" y="0"/>
              <a:ext cx="10058399" cy="0"/>
            </a:xfrm>
            <a:prstGeom prst="straightConnector1">
              <a:avLst/>
            </a:prstGeom>
            <a:solidFill>
              <a:srgbClr val="E38310"/>
            </a:solidFill>
            <a:ln w="15875" cap="flat" cmpd="sng">
              <a:solidFill>
                <a:srgbClr val="E38310"/>
              </a:solidFill>
              <a:prstDash val="solid"/>
              <a:round/>
              <a:headEnd type="none" w="sm" len="sm"/>
              <a:tailEnd type="none" w="sm" len="sm"/>
            </a:ln>
          </p:spPr>
        </p:cxnSp>
        <p:sp>
          <p:nvSpPr>
            <p:cNvPr id="110" name="Google Shape;110;p2"/>
            <p:cNvSpPr/>
            <p:nvPr/>
          </p:nvSpPr>
          <p:spPr>
            <a:xfrm>
              <a:off x="0" y="0"/>
              <a:ext cx="2011680" cy="201136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txBox="1"/>
            <p:nvPr/>
          </p:nvSpPr>
          <p:spPr>
            <a:xfrm>
              <a:off x="-4026" y="46748"/>
              <a:ext cx="2011680" cy="2011362"/>
            </a:xfrm>
            <a:prstGeom prst="rect">
              <a:avLst/>
            </a:prstGeom>
            <a:noFill/>
            <a:ln>
              <a:noFill/>
            </a:ln>
          </p:spPr>
          <p:txBody>
            <a:bodyPr spcFirstLastPara="1" wrap="square" lIns="144775" tIns="144775" rIns="144775" bIns="144775" anchor="t" anchorCtr="0">
              <a:noAutofit/>
            </a:bodyPr>
            <a:lstStyle/>
            <a:p>
              <a:pPr marL="0" marR="0" lvl="0" indent="0" algn="l" rtl="0">
                <a:lnSpc>
                  <a:spcPct val="90000"/>
                </a:lnSpc>
                <a:spcBef>
                  <a:spcPts val="0"/>
                </a:spcBef>
                <a:spcAft>
                  <a:spcPts val="0"/>
                </a:spcAft>
                <a:buClr>
                  <a:schemeClr val="dk1"/>
                </a:buClr>
                <a:buSzPts val="3800"/>
                <a:buFont typeface="Calibri"/>
                <a:buNone/>
              </a:pPr>
              <a:r>
                <a:rPr lang="en-US" sz="2400" b="1" dirty="0">
                  <a:solidFill>
                    <a:schemeClr val="dk1"/>
                  </a:solidFill>
                  <a:latin typeface="Calibri"/>
                  <a:ea typeface="Calibri"/>
                  <a:cs typeface="Calibri"/>
                  <a:sym typeface="Calibri"/>
                </a:rPr>
                <a:t>CorpLaw</a:t>
              </a:r>
              <a:endParaRPr sz="2400" b="1" dirty="0">
                <a:solidFill>
                  <a:schemeClr val="dk1"/>
                </a:solidFill>
                <a:latin typeface="Calibri"/>
                <a:ea typeface="Calibri"/>
                <a:cs typeface="Calibri"/>
                <a:sym typeface="Calibri"/>
              </a:endParaRPr>
            </a:p>
          </p:txBody>
        </p:sp>
        <p:sp>
          <p:nvSpPr>
            <p:cNvPr id="112" name="Google Shape;112;p2"/>
            <p:cNvSpPr/>
            <p:nvPr/>
          </p:nvSpPr>
          <p:spPr>
            <a:xfrm>
              <a:off x="2162556" y="46748"/>
              <a:ext cx="2530693" cy="93496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txBox="1"/>
            <p:nvPr/>
          </p:nvSpPr>
          <p:spPr>
            <a:xfrm>
              <a:off x="2162556" y="46748"/>
              <a:ext cx="2530693" cy="934969"/>
            </a:xfrm>
            <a:prstGeom prst="rect">
              <a:avLst/>
            </a:prstGeom>
            <a:noFill/>
            <a:ln>
              <a:noFill/>
            </a:ln>
          </p:spPr>
          <p:txBody>
            <a:bodyPr spcFirstLastPara="1" wrap="square" lIns="163825" tIns="163825" rIns="163825" bIns="163825" anchor="t" anchorCtr="0">
              <a:noAutofit/>
            </a:bodyPr>
            <a:lstStyle/>
            <a:p>
              <a:pPr marL="0" marR="0" lvl="0" indent="0" algn="l" rtl="0">
                <a:lnSpc>
                  <a:spcPct val="90000"/>
                </a:lnSpc>
                <a:spcBef>
                  <a:spcPts val="0"/>
                </a:spcBef>
                <a:spcAft>
                  <a:spcPts val="0"/>
                </a:spcAft>
                <a:buClr>
                  <a:schemeClr val="dk1"/>
                </a:buClr>
                <a:buSzPts val="4300"/>
                <a:buFont typeface="Calibri"/>
                <a:buNone/>
              </a:pPr>
              <a:r>
                <a:rPr lang="en-GB" sz="2400" dirty="0"/>
                <a:t>Emergency changes </a:t>
              </a:r>
              <a:endParaRPr sz="2400" dirty="0"/>
            </a:p>
          </p:txBody>
        </p:sp>
        <p:sp>
          <p:nvSpPr>
            <p:cNvPr id="114" name="Google Shape;114;p2"/>
            <p:cNvSpPr/>
            <p:nvPr/>
          </p:nvSpPr>
          <p:spPr>
            <a:xfrm>
              <a:off x="4844125" y="46748"/>
              <a:ext cx="2530693" cy="93496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txBox="1"/>
            <p:nvPr/>
          </p:nvSpPr>
          <p:spPr>
            <a:xfrm>
              <a:off x="4919563" y="-108902"/>
              <a:ext cx="2530693" cy="1042692"/>
            </a:xfrm>
            <a:prstGeom prst="rect">
              <a:avLst/>
            </a:prstGeom>
            <a:noFill/>
            <a:ln>
              <a:noFill/>
            </a:ln>
          </p:spPr>
          <p:txBody>
            <a:bodyPr spcFirstLastPara="1" wrap="square" lIns="163825" tIns="163825" rIns="163825" bIns="163825" anchor="t" anchorCtr="0">
              <a:noAutofit/>
            </a:bodyPr>
            <a:lstStyle/>
            <a:p>
              <a:pPr marL="0" marR="0" lvl="0" indent="0" rtl="0">
                <a:lnSpc>
                  <a:spcPct val="90000"/>
                </a:lnSpc>
                <a:spcBef>
                  <a:spcPts val="0"/>
                </a:spcBef>
                <a:spcAft>
                  <a:spcPts val="0"/>
                </a:spcAft>
                <a:buClr>
                  <a:schemeClr val="dk1"/>
                </a:buClr>
                <a:buSzPts val="4300"/>
                <a:buFont typeface="Calibri"/>
                <a:buNone/>
              </a:pPr>
              <a:r>
                <a:rPr lang="en-US" sz="1050" b="1" i="0" u="none" strike="noStrike" cap="none" dirty="0">
                  <a:solidFill>
                    <a:schemeClr val="dk1"/>
                  </a:solidFill>
                  <a:latin typeface="Calibri"/>
                  <a:ea typeface="Calibri"/>
                  <a:cs typeface="Calibri"/>
                  <a:sym typeface="Calibri"/>
                </a:rPr>
                <a:t>Issue Noted</a:t>
              </a:r>
              <a:r>
                <a:rPr lang="en-US" sz="1050" b="0" i="0" u="none" strike="noStrike" cap="none" dirty="0">
                  <a:solidFill>
                    <a:schemeClr val="dk1"/>
                  </a:solidFill>
                  <a:latin typeface="Calibri"/>
                  <a:ea typeface="Calibri"/>
                  <a:cs typeface="Calibri"/>
                  <a:sym typeface="Calibri"/>
                </a:rPr>
                <a:t>: A sample of one emergency change tested did not follow the standard approval process. The IT director and CAB did not provide approval within five days of the emergency change being implemented</a:t>
              </a:r>
              <a:endParaRPr sz="1050" dirty="0"/>
            </a:p>
          </p:txBody>
        </p:sp>
        <p:sp>
          <p:nvSpPr>
            <p:cNvPr id="116" name="Google Shape;116;p2"/>
            <p:cNvSpPr/>
            <p:nvPr/>
          </p:nvSpPr>
          <p:spPr>
            <a:xfrm>
              <a:off x="7525694" y="46748"/>
              <a:ext cx="2530693" cy="93496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txBox="1"/>
            <p:nvPr/>
          </p:nvSpPr>
          <p:spPr>
            <a:xfrm>
              <a:off x="7525694" y="46748"/>
              <a:ext cx="2530693" cy="934969"/>
            </a:xfrm>
            <a:prstGeom prst="rect">
              <a:avLst/>
            </a:prstGeom>
            <a:noFill/>
            <a:ln>
              <a:noFill/>
            </a:ln>
          </p:spPr>
          <p:txBody>
            <a:bodyPr spcFirstLastPara="1" wrap="square" lIns="95250" tIns="95250" rIns="95250" bIns="95250" anchor="t" anchorCtr="0">
              <a:noAutofit/>
            </a:bodyPr>
            <a:lstStyle/>
            <a:p>
              <a:pPr marL="0" marR="0" lvl="0" indent="0" algn="l" rtl="0">
                <a:lnSpc>
                  <a:spcPct val="90000"/>
                </a:lnSpc>
                <a:spcBef>
                  <a:spcPts val="0"/>
                </a:spcBef>
                <a:spcAft>
                  <a:spcPts val="0"/>
                </a:spcAft>
                <a:buClr>
                  <a:schemeClr val="dk1"/>
                </a:buClr>
                <a:buSzPts val="2500"/>
                <a:buFont typeface="Calibri"/>
                <a:buNone/>
              </a:pPr>
              <a:r>
                <a:rPr lang="en-US" sz="1050" b="1" i="0" u="none" strike="noStrike" cap="none" dirty="0">
                  <a:solidFill>
                    <a:schemeClr val="dk1"/>
                  </a:solidFill>
                  <a:latin typeface="Calibri"/>
                  <a:ea typeface="Calibri"/>
                  <a:cs typeface="Calibri"/>
                  <a:sym typeface="Calibri"/>
                </a:rPr>
                <a:t>Recommendation</a:t>
              </a:r>
              <a:r>
                <a:rPr lang="en-US" sz="1050" b="0" i="0" u="none" strike="noStrike" cap="none" dirty="0">
                  <a:solidFill>
                    <a:schemeClr val="dk1"/>
                  </a:solidFill>
                  <a:latin typeface="Calibri"/>
                  <a:ea typeface="Calibri"/>
                  <a:cs typeface="Calibri"/>
                  <a:sym typeface="Calibri"/>
                </a:rPr>
                <a:t>: Weekly, review all implemented changes to validate of emergency changes obtained appropriate approval</a:t>
              </a:r>
              <a:endParaRPr sz="1050" dirty="0"/>
            </a:p>
          </p:txBody>
        </p:sp>
        <p:cxnSp>
          <p:nvCxnSpPr>
            <p:cNvPr id="118" name="Google Shape;118;p2"/>
            <p:cNvCxnSpPr/>
            <p:nvPr/>
          </p:nvCxnSpPr>
          <p:spPr>
            <a:xfrm>
              <a:off x="2011680" y="981717"/>
              <a:ext cx="8046720" cy="0"/>
            </a:xfrm>
            <a:prstGeom prst="straightConnector1">
              <a:avLst/>
            </a:prstGeom>
            <a:solidFill>
              <a:srgbClr val="E38310"/>
            </a:solidFill>
            <a:ln w="15875" cap="flat" cmpd="sng">
              <a:solidFill>
                <a:srgbClr val="F2CDBA"/>
              </a:solidFill>
              <a:prstDash val="solid"/>
              <a:round/>
              <a:headEnd type="none" w="sm" len="sm"/>
              <a:tailEnd type="none" w="sm" len="sm"/>
            </a:ln>
          </p:spPr>
        </p:cxnSp>
        <p:sp>
          <p:nvSpPr>
            <p:cNvPr id="119" name="Google Shape;119;p2"/>
            <p:cNvSpPr/>
            <p:nvPr/>
          </p:nvSpPr>
          <p:spPr>
            <a:xfrm>
              <a:off x="2162556" y="1028466"/>
              <a:ext cx="2530693" cy="93496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txBox="1"/>
            <p:nvPr/>
          </p:nvSpPr>
          <p:spPr>
            <a:xfrm>
              <a:off x="2160543" y="988004"/>
              <a:ext cx="2530693" cy="934969"/>
            </a:xfrm>
            <a:prstGeom prst="rect">
              <a:avLst/>
            </a:prstGeom>
            <a:noFill/>
            <a:ln>
              <a:noFill/>
            </a:ln>
          </p:spPr>
          <p:txBody>
            <a:bodyPr spcFirstLastPara="1" wrap="square" lIns="163825" tIns="163825" rIns="163825" bIns="163825" anchor="t" anchorCtr="0">
              <a:noAutofit/>
            </a:bodyPr>
            <a:lstStyle/>
            <a:p>
              <a:pPr marL="0" marR="0" lvl="0" indent="0" algn="l" rtl="0">
                <a:lnSpc>
                  <a:spcPct val="90000"/>
                </a:lnSpc>
                <a:spcBef>
                  <a:spcPts val="0"/>
                </a:spcBef>
                <a:spcAft>
                  <a:spcPts val="0"/>
                </a:spcAft>
                <a:buClr>
                  <a:schemeClr val="dk1"/>
                </a:buClr>
                <a:buSzPts val="4300"/>
                <a:buFont typeface="Calibri"/>
                <a:buNone/>
              </a:pPr>
              <a:r>
                <a:rPr lang="en-GB" sz="2400" dirty="0">
                  <a:solidFill>
                    <a:schemeClr val="dk1"/>
                  </a:solidFill>
                  <a:latin typeface="Calibri"/>
                  <a:ea typeface="Calibri"/>
                  <a:cs typeface="Calibri"/>
                  <a:sym typeface="Calibri"/>
                </a:rPr>
                <a:t>S</a:t>
              </a:r>
              <a:r>
                <a:rPr lang="en-US" sz="2400" dirty="0">
                  <a:solidFill>
                    <a:schemeClr val="dk1"/>
                  </a:solidFill>
                  <a:latin typeface="Calibri"/>
                  <a:ea typeface="Calibri"/>
                  <a:cs typeface="Calibri"/>
                  <a:sym typeface="Calibri"/>
                </a:rPr>
                <a:t>egregation of Duties</a:t>
              </a:r>
              <a:endParaRPr sz="2400" dirty="0"/>
            </a:p>
          </p:txBody>
        </p:sp>
        <p:sp>
          <p:nvSpPr>
            <p:cNvPr id="121" name="Google Shape;121;p2"/>
            <p:cNvSpPr/>
            <p:nvPr/>
          </p:nvSpPr>
          <p:spPr>
            <a:xfrm>
              <a:off x="4844125" y="1028466"/>
              <a:ext cx="2530693" cy="93496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txBox="1"/>
            <p:nvPr/>
          </p:nvSpPr>
          <p:spPr>
            <a:xfrm>
              <a:off x="4919562" y="1028465"/>
              <a:ext cx="2530693" cy="934969"/>
            </a:xfrm>
            <a:prstGeom prst="rect">
              <a:avLst/>
            </a:prstGeom>
            <a:noFill/>
            <a:ln>
              <a:noFill/>
            </a:ln>
          </p:spPr>
          <p:txBody>
            <a:bodyPr spcFirstLastPara="1" wrap="square" lIns="163825" tIns="163825" rIns="163825" bIns="163825" anchor="t" anchorCtr="0">
              <a:noAutofit/>
            </a:bodyPr>
            <a:lstStyle/>
            <a:p>
              <a:pPr marL="0" marR="0" lvl="0" indent="0" algn="l" rtl="0">
                <a:lnSpc>
                  <a:spcPct val="90000"/>
                </a:lnSpc>
                <a:spcBef>
                  <a:spcPts val="0"/>
                </a:spcBef>
                <a:spcAft>
                  <a:spcPts val="0"/>
                </a:spcAft>
                <a:buClr>
                  <a:schemeClr val="dk1"/>
                </a:buClr>
                <a:buSzPts val="4300"/>
                <a:buFont typeface="Calibri"/>
                <a:buNone/>
              </a:pPr>
              <a:r>
                <a:rPr lang="en-GB" sz="1050" b="1" dirty="0">
                  <a:solidFill>
                    <a:schemeClr val="dk1"/>
                  </a:solidFill>
                  <a:latin typeface="Calibri"/>
                  <a:ea typeface="Calibri"/>
                  <a:cs typeface="Calibri"/>
                </a:rPr>
                <a:t>Issue Noted</a:t>
              </a:r>
              <a:r>
                <a:rPr lang="en-GB" sz="1050" dirty="0">
                  <a:solidFill>
                    <a:schemeClr val="dk1"/>
                  </a:solidFill>
                  <a:latin typeface="Calibri"/>
                  <a:ea typeface="Calibri"/>
                  <a:cs typeface="Calibri"/>
                </a:rPr>
                <a:t>: On developer had access to the “CorpLawImp” role, which created a segregation of duties conflict in the change management space.</a:t>
              </a:r>
              <a:endParaRPr sz="1050" dirty="0">
                <a:solidFill>
                  <a:schemeClr val="dk1"/>
                </a:solidFill>
                <a:latin typeface="Calibri"/>
                <a:ea typeface="Calibri"/>
                <a:cs typeface="Calibri"/>
              </a:endParaRPr>
            </a:p>
          </p:txBody>
        </p:sp>
        <p:sp>
          <p:nvSpPr>
            <p:cNvPr id="123" name="Google Shape;123;p2"/>
            <p:cNvSpPr/>
            <p:nvPr/>
          </p:nvSpPr>
          <p:spPr>
            <a:xfrm>
              <a:off x="7525694" y="1028466"/>
              <a:ext cx="2530693" cy="93496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txBox="1"/>
            <p:nvPr/>
          </p:nvSpPr>
          <p:spPr>
            <a:xfrm>
              <a:off x="7525694" y="1028466"/>
              <a:ext cx="2530693" cy="934969"/>
            </a:xfrm>
            <a:prstGeom prst="rect">
              <a:avLst/>
            </a:prstGeom>
            <a:noFill/>
            <a:ln>
              <a:noFill/>
            </a:ln>
          </p:spPr>
          <p:txBody>
            <a:bodyPr spcFirstLastPara="1" wrap="square" lIns="95250" tIns="95250" rIns="95250" bIns="95250" anchor="t" anchorCtr="0">
              <a:noAutofit/>
            </a:bodyPr>
            <a:lstStyle/>
            <a:p>
              <a:pPr marL="0" marR="0" lvl="0" indent="0" algn="l" rtl="0">
                <a:lnSpc>
                  <a:spcPct val="90000"/>
                </a:lnSpc>
                <a:spcBef>
                  <a:spcPts val="0"/>
                </a:spcBef>
                <a:spcAft>
                  <a:spcPts val="0"/>
                </a:spcAft>
                <a:buClr>
                  <a:schemeClr val="dk1"/>
                </a:buClr>
                <a:buSzPts val="2500"/>
                <a:buFont typeface="Calibri"/>
                <a:buNone/>
              </a:pPr>
              <a:r>
                <a:rPr lang="en-US" sz="1050" b="1" i="0" u="none" strike="noStrike" cap="none" dirty="0">
                  <a:solidFill>
                    <a:schemeClr val="dk1"/>
                  </a:solidFill>
                  <a:latin typeface="Calibri"/>
                  <a:ea typeface="Calibri"/>
                  <a:cs typeface="Calibri"/>
                  <a:sym typeface="Calibri"/>
                </a:rPr>
                <a:t>Recommendation</a:t>
              </a:r>
              <a:r>
                <a:rPr lang="en-US" sz="1050" b="0" i="0" u="none" strike="noStrike" cap="none" dirty="0">
                  <a:solidFill>
                    <a:schemeClr val="dk1"/>
                  </a:solidFill>
                  <a:latin typeface="Calibri"/>
                  <a:ea typeface="Calibri"/>
                  <a:cs typeface="Calibri"/>
                  <a:sym typeface="Calibri"/>
                </a:rPr>
                <a:t>: Periodically review access to developer and implementer groups to ensure users do not have access to both groups</a:t>
              </a:r>
              <a:endParaRPr sz="1050" dirty="0"/>
            </a:p>
          </p:txBody>
        </p:sp>
        <p:cxnSp>
          <p:nvCxnSpPr>
            <p:cNvPr id="125" name="Google Shape;125;p2"/>
            <p:cNvCxnSpPr/>
            <p:nvPr/>
          </p:nvCxnSpPr>
          <p:spPr>
            <a:xfrm>
              <a:off x="2011680" y="1963435"/>
              <a:ext cx="8046720" cy="0"/>
            </a:xfrm>
            <a:prstGeom prst="straightConnector1">
              <a:avLst/>
            </a:prstGeom>
            <a:solidFill>
              <a:srgbClr val="E38310"/>
            </a:solidFill>
            <a:ln w="15875" cap="flat" cmpd="sng">
              <a:solidFill>
                <a:srgbClr val="F2CDBA"/>
              </a:solidFill>
              <a:prstDash val="solid"/>
              <a:round/>
              <a:headEnd type="none" w="sm" len="sm"/>
              <a:tailEnd type="none" w="sm" len="sm"/>
            </a:ln>
          </p:spPr>
        </p:cxnSp>
        <p:cxnSp>
          <p:nvCxnSpPr>
            <p:cNvPr id="126" name="Google Shape;126;p2"/>
            <p:cNvCxnSpPr/>
            <p:nvPr/>
          </p:nvCxnSpPr>
          <p:spPr>
            <a:xfrm>
              <a:off x="0" y="2011362"/>
              <a:ext cx="10058399" cy="0"/>
            </a:xfrm>
            <a:prstGeom prst="straightConnector1">
              <a:avLst/>
            </a:prstGeom>
            <a:solidFill>
              <a:srgbClr val="E38310"/>
            </a:solidFill>
            <a:ln w="15875" cap="flat" cmpd="sng">
              <a:solidFill>
                <a:srgbClr val="E38310"/>
              </a:solidFill>
              <a:prstDash val="solid"/>
              <a:round/>
              <a:headEnd type="none" w="sm" len="sm"/>
              <a:tailEnd type="none" w="sm" len="sm"/>
            </a:ln>
          </p:spPr>
        </p:cxnSp>
        <p:sp>
          <p:nvSpPr>
            <p:cNvPr id="127" name="Google Shape;127;p2"/>
            <p:cNvSpPr/>
            <p:nvPr/>
          </p:nvSpPr>
          <p:spPr>
            <a:xfrm>
              <a:off x="0" y="2011362"/>
              <a:ext cx="2011680" cy="201136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txBox="1"/>
            <p:nvPr/>
          </p:nvSpPr>
          <p:spPr>
            <a:xfrm>
              <a:off x="0" y="2011362"/>
              <a:ext cx="2011680" cy="2011362"/>
            </a:xfrm>
            <a:prstGeom prst="rect">
              <a:avLst/>
            </a:prstGeom>
            <a:noFill/>
            <a:ln>
              <a:noFill/>
            </a:ln>
          </p:spPr>
          <p:txBody>
            <a:bodyPr spcFirstLastPara="1" wrap="square" lIns="144775" tIns="144775" rIns="144775" bIns="144775" anchor="t" anchorCtr="0">
              <a:noAutofit/>
            </a:bodyPr>
            <a:lstStyle/>
            <a:p>
              <a:pPr marL="0" marR="0" lvl="0" indent="0" algn="l" rtl="0">
                <a:lnSpc>
                  <a:spcPct val="90000"/>
                </a:lnSpc>
                <a:spcBef>
                  <a:spcPts val="0"/>
                </a:spcBef>
                <a:spcAft>
                  <a:spcPts val="0"/>
                </a:spcAft>
                <a:buClr>
                  <a:schemeClr val="dk1"/>
                </a:buClr>
                <a:buSzPts val="3800"/>
                <a:buFont typeface="Calibri"/>
                <a:buNone/>
              </a:pPr>
              <a:r>
                <a:rPr lang="en-US" sz="2400" b="1" i="0" u="none" strike="noStrike" cap="none" dirty="0">
                  <a:solidFill>
                    <a:schemeClr val="dk1"/>
                  </a:solidFill>
                  <a:latin typeface="Calibri"/>
                  <a:ea typeface="Calibri"/>
                  <a:cs typeface="Calibri"/>
                  <a:sym typeface="Calibri"/>
                </a:rPr>
                <a:t>Payroll System SDLC</a:t>
              </a:r>
              <a:endParaRPr sz="2400" b="1" dirty="0"/>
            </a:p>
          </p:txBody>
        </p:sp>
        <p:sp>
          <p:nvSpPr>
            <p:cNvPr id="129" name="Google Shape;129;p2"/>
            <p:cNvSpPr/>
            <p:nvPr/>
          </p:nvSpPr>
          <p:spPr>
            <a:xfrm>
              <a:off x="2162556" y="2102698"/>
              <a:ext cx="2530693" cy="182672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txBox="1"/>
            <p:nvPr/>
          </p:nvSpPr>
          <p:spPr>
            <a:xfrm>
              <a:off x="2162556" y="2102698"/>
              <a:ext cx="2530693" cy="1826725"/>
            </a:xfrm>
            <a:prstGeom prst="rect">
              <a:avLst/>
            </a:prstGeom>
            <a:noFill/>
            <a:ln>
              <a:noFill/>
            </a:ln>
          </p:spPr>
          <p:txBody>
            <a:bodyPr spcFirstLastPara="1" wrap="square" lIns="163825" tIns="163825" rIns="163825" bIns="163825" anchor="t" anchorCtr="0">
              <a:noAutofit/>
            </a:bodyPr>
            <a:lstStyle/>
            <a:p>
              <a:pPr marL="0" marR="0" lvl="0" indent="0" algn="l" rtl="0">
                <a:lnSpc>
                  <a:spcPct val="90000"/>
                </a:lnSpc>
                <a:spcBef>
                  <a:spcPts val="0"/>
                </a:spcBef>
                <a:spcAft>
                  <a:spcPts val="0"/>
                </a:spcAft>
                <a:buClr>
                  <a:schemeClr val="dk1"/>
                </a:buClr>
                <a:buSzPts val="4300"/>
                <a:buFont typeface="Calibri"/>
                <a:buNone/>
              </a:pPr>
              <a:r>
                <a:rPr lang="en-US" sz="2400" b="0" i="0" u="none" strike="noStrike" cap="none" dirty="0">
                  <a:solidFill>
                    <a:schemeClr val="dk1"/>
                  </a:solidFill>
                  <a:latin typeface="Calibri"/>
                  <a:ea typeface="Calibri"/>
                  <a:cs typeface="Calibri"/>
                  <a:sym typeface="Calibri"/>
                </a:rPr>
                <a:t>Implementation</a:t>
              </a:r>
              <a:endParaRPr sz="2400" dirty="0"/>
            </a:p>
          </p:txBody>
        </p:sp>
        <p:sp>
          <p:nvSpPr>
            <p:cNvPr id="131" name="Google Shape;131;p2"/>
            <p:cNvSpPr/>
            <p:nvPr/>
          </p:nvSpPr>
          <p:spPr>
            <a:xfrm>
              <a:off x="4844125" y="2102698"/>
              <a:ext cx="2530693" cy="182672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txBox="1"/>
            <p:nvPr/>
          </p:nvSpPr>
          <p:spPr>
            <a:xfrm>
              <a:off x="4919562" y="2102697"/>
              <a:ext cx="2530693" cy="669692"/>
            </a:xfrm>
            <a:prstGeom prst="rect">
              <a:avLst/>
            </a:prstGeom>
            <a:noFill/>
            <a:ln>
              <a:noFill/>
            </a:ln>
          </p:spPr>
          <p:txBody>
            <a:bodyPr spcFirstLastPara="1" wrap="square" lIns="163825" tIns="163825" rIns="163825" bIns="163825" anchor="t" anchorCtr="0">
              <a:noAutofit/>
            </a:bodyPr>
            <a:lstStyle/>
            <a:p>
              <a:pPr marL="0" marR="0" lvl="0" indent="0" algn="l" rtl="0">
                <a:lnSpc>
                  <a:spcPct val="90000"/>
                </a:lnSpc>
                <a:spcBef>
                  <a:spcPts val="0"/>
                </a:spcBef>
                <a:spcAft>
                  <a:spcPts val="0"/>
                </a:spcAft>
                <a:buClr>
                  <a:schemeClr val="dk1"/>
                </a:buClr>
                <a:buSzPts val="4300"/>
                <a:buFont typeface="Calibri"/>
                <a:buNone/>
              </a:pPr>
              <a:r>
                <a:rPr lang="en-US" sz="1050" b="1" dirty="0">
                  <a:solidFill>
                    <a:schemeClr val="dk1"/>
                  </a:solidFill>
                  <a:latin typeface="Calibri"/>
                  <a:ea typeface="Calibri"/>
                  <a:cs typeface="Calibri"/>
                  <a:sym typeface="Calibri"/>
                </a:rPr>
                <a:t>Gap</a:t>
              </a:r>
              <a:r>
                <a:rPr lang="en-US" sz="1050" dirty="0">
                  <a:solidFill>
                    <a:schemeClr val="dk1"/>
                  </a:solidFill>
                  <a:latin typeface="Calibri"/>
                  <a:ea typeface="Calibri"/>
                  <a:cs typeface="Calibri"/>
                  <a:sym typeface="Calibri"/>
                </a:rPr>
                <a:t>: Design reviews are not performed before placing systems into operation</a:t>
              </a:r>
              <a:endParaRPr sz="1050" dirty="0">
                <a:solidFill>
                  <a:schemeClr val="dk1"/>
                </a:solidFill>
                <a:latin typeface="Calibri"/>
                <a:ea typeface="Calibri"/>
                <a:cs typeface="Calibri"/>
              </a:endParaRPr>
            </a:p>
          </p:txBody>
        </p:sp>
        <p:sp>
          <p:nvSpPr>
            <p:cNvPr id="133" name="Google Shape;133;p2"/>
            <p:cNvSpPr/>
            <p:nvPr/>
          </p:nvSpPr>
          <p:spPr>
            <a:xfrm>
              <a:off x="7525694" y="2102698"/>
              <a:ext cx="2530693" cy="182672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txBox="1"/>
            <p:nvPr/>
          </p:nvSpPr>
          <p:spPr>
            <a:xfrm>
              <a:off x="7525694" y="2102698"/>
              <a:ext cx="2530693" cy="1826725"/>
            </a:xfrm>
            <a:prstGeom prst="rect">
              <a:avLst/>
            </a:prstGeom>
            <a:noFill/>
            <a:ln>
              <a:noFill/>
            </a:ln>
          </p:spPr>
          <p:txBody>
            <a:bodyPr spcFirstLastPara="1" wrap="square" lIns="95250" tIns="95250" rIns="95250" bIns="95250" anchor="t" anchorCtr="0">
              <a:noAutofit/>
            </a:bodyPr>
            <a:lstStyle/>
            <a:p>
              <a:pPr marL="0" marR="0" lvl="0" indent="0" algn="l" rtl="0">
                <a:lnSpc>
                  <a:spcPct val="90000"/>
                </a:lnSpc>
                <a:spcBef>
                  <a:spcPts val="0"/>
                </a:spcBef>
                <a:spcAft>
                  <a:spcPts val="0"/>
                </a:spcAft>
                <a:buClr>
                  <a:schemeClr val="dk1"/>
                </a:buClr>
                <a:buSzPts val="2500"/>
                <a:buFont typeface="Calibri"/>
                <a:buNone/>
              </a:pPr>
              <a:r>
                <a:rPr lang="en-US" sz="1050" b="1" i="0" u="none" strike="noStrike" cap="none" dirty="0">
                  <a:solidFill>
                    <a:schemeClr val="dk1"/>
                  </a:solidFill>
                  <a:latin typeface="Calibri"/>
                  <a:ea typeface="Calibri"/>
                  <a:cs typeface="Calibri"/>
                  <a:sym typeface="Calibri"/>
                </a:rPr>
                <a:t>Recommendation</a:t>
              </a:r>
              <a:r>
                <a:rPr lang="en-US" sz="1050" b="0" i="0" u="none" strike="noStrike" cap="none" dirty="0">
                  <a:solidFill>
                    <a:schemeClr val="dk1"/>
                  </a:solidFill>
                  <a:latin typeface="Calibri"/>
                  <a:ea typeface="Calibri"/>
                  <a:cs typeface="Calibri"/>
                  <a:sym typeface="Calibri"/>
                </a:rPr>
                <a:t>: Design reviews should be performed before placing systems into operation to ensure that products meet all required user specifications.</a:t>
              </a:r>
              <a:endParaRPr sz="1050" dirty="0"/>
            </a:p>
          </p:txBody>
        </p:sp>
        <p:cxnSp>
          <p:nvCxnSpPr>
            <p:cNvPr id="135" name="Google Shape;135;p2"/>
            <p:cNvCxnSpPr/>
            <p:nvPr/>
          </p:nvCxnSpPr>
          <p:spPr>
            <a:xfrm>
              <a:off x="2011680" y="3929424"/>
              <a:ext cx="8046720" cy="0"/>
            </a:xfrm>
            <a:prstGeom prst="straightConnector1">
              <a:avLst/>
            </a:prstGeom>
            <a:solidFill>
              <a:srgbClr val="E38310"/>
            </a:solidFill>
            <a:ln w="15875" cap="flat" cmpd="sng">
              <a:solidFill>
                <a:srgbClr val="F2CDBA"/>
              </a:solidFill>
              <a:prstDash val="solid"/>
              <a:round/>
              <a:headEnd type="none" w="sm" len="sm"/>
              <a:tailEnd type="none" w="sm" len="sm"/>
            </a:ln>
          </p:spPr>
        </p:cxnSp>
      </p:grpSp>
    </p:spTree>
  </p:cSld>
  <p:clrMapOvr>
    <a:masterClrMapping/>
  </p:clrMapOvr>
</p:sld>
</file>

<file path=ppt/theme/theme1.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156</Words>
  <Application>Microsoft Office PowerPoint</Application>
  <PresentationFormat>Widescreen</PresentationFormat>
  <Paragraphs>14</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Georgia</vt:lpstr>
      <vt:lpstr>Retrospect</vt:lpstr>
      <vt:lpstr>PwC Walkthrough and Controls Testing Summary </vt:lpstr>
      <vt:lpstr>Summary of 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Oluwapelumi Fayomi</dc:creator>
  <cp:lastModifiedBy>Oluwapelumi Fayomi</cp:lastModifiedBy>
  <cp:revision>1</cp:revision>
  <dcterms:created xsi:type="dcterms:W3CDTF">2022-06-27T01:02:12Z</dcterms:created>
  <dcterms:modified xsi:type="dcterms:W3CDTF">2026-05-22T08:30:26Z</dcterms:modified>
</cp:coreProperties>
</file>